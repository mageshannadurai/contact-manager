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9166D870-047F-F9CA-89F0-6A4DA2310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1633764" y="1962600"/>
            <a:ext cx="5876472" cy="138357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TEAM LEADER:A.MAGESH</a:t>
            </a:r>
          </a:p>
          <a:p>
            <a:r>
              <a:rPr lang="en-US" dirty="0"/>
              <a:t>jayanthiannadurai17@gmail.com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E120C-211F-55E0-8D73-BF72F8924344}"/>
              </a:ext>
            </a:extLst>
          </p:cNvPr>
          <p:cNvSpPr txBox="1"/>
          <p:nvPr/>
        </p:nvSpPr>
        <p:spPr>
          <a:xfrm>
            <a:off x="1633764" y="3735978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Team Members: </a:t>
            </a:r>
          </a:p>
          <a:p>
            <a:r>
              <a:rPr lang="en-US" dirty="0"/>
              <a:t>R.AGASTIN</a:t>
            </a:r>
          </a:p>
          <a:p>
            <a:r>
              <a:rPr lang="en-US" dirty="0"/>
              <a:t>agastinr54@gmail.com</a:t>
            </a:r>
          </a:p>
          <a:p>
            <a:r>
              <a:rPr lang="en-US" dirty="0"/>
              <a:t>P.S.JINITH</a:t>
            </a:r>
          </a:p>
          <a:p>
            <a:r>
              <a:rPr lang="en-US" dirty="0"/>
              <a:t>jinithsaro000@gmail.com</a:t>
            </a:r>
          </a:p>
          <a:p>
            <a:r>
              <a:rPr lang="en-US" dirty="0"/>
              <a:t>C.MADHARASAN</a:t>
            </a:r>
          </a:p>
          <a:p>
            <a:r>
              <a:rPr lang="en-US" dirty="0"/>
              <a:t>massme57@gmail.com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D84AD2D4-99F8-1420-8CEC-2B856D4902FD}"/>
              </a:ext>
            </a:extLst>
          </p:cNvPr>
          <p:cNvSpPr/>
          <p:nvPr/>
        </p:nvSpPr>
        <p:spPr>
          <a:xfrm>
            <a:off x="-326571" y="-517070"/>
            <a:ext cx="9797141" cy="7810500"/>
          </a:xfrm>
          <a:prstGeom prst="fram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E5D056-C25E-BCF0-C1DC-4116F1CAEF09}"/>
              </a:ext>
            </a:extLst>
          </p:cNvPr>
          <p:cNvSpPr txBox="1">
            <a:spLocks/>
          </p:cNvSpPr>
          <p:nvPr/>
        </p:nvSpPr>
        <p:spPr>
          <a:xfrm>
            <a:off x="229506" y="613766"/>
            <a:ext cx="8684986" cy="953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CONTACT MANAGER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130" y="834888"/>
            <a:ext cx="7891670" cy="53273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 A Contact Manager is a classic yet essential project for any developer </a:t>
            </a:r>
          </a:p>
          <a:p>
            <a:r>
              <a:rPr lang="en-US" dirty="0"/>
              <a:t> The primary goal of a Contact manager is to replace the old-school physical address book</a:t>
            </a:r>
          </a:p>
          <a:p>
            <a:r>
              <a:rPr lang="en-US" dirty="0"/>
              <a:t> Add new contacts with various data fields.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6044270B-A8F2-2524-AC33-6E1C1A8B9ED5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87A2446-0D62-1B7E-DB00-8F19EED7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842F61-A813-8B4F-59AA-316BD12E40D6}"/>
              </a:ext>
            </a:extLst>
          </p:cNvPr>
          <p:cNvSpPr txBox="1"/>
          <p:nvPr/>
        </p:nvSpPr>
        <p:spPr>
          <a:xfrm>
            <a:off x="1895061" y="3241021"/>
            <a:ext cx="530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95FE-71B7-35D3-C58D-64679FD85C1B}"/>
              </a:ext>
            </a:extLst>
          </p:cNvPr>
          <p:cNvSpPr txBox="1"/>
          <p:nvPr/>
        </p:nvSpPr>
        <p:spPr>
          <a:xfrm>
            <a:off x="1921566" y="2828836"/>
            <a:ext cx="530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Purpose:</a:t>
            </a:r>
            <a:r>
              <a:rPr lang="en-US" dirty="0"/>
              <a:t> A web-based/mobile –based application.</a:t>
            </a:r>
            <a:endParaRPr dirty="0"/>
          </a:p>
          <a:p>
            <a:r>
              <a:rPr dirty="0"/>
              <a:t>Features:</a:t>
            </a:r>
          </a:p>
          <a:p>
            <a:r>
              <a:rPr dirty="0"/>
              <a:t>- </a:t>
            </a:r>
            <a:r>
              <a:rPr lang="en-US" dirty="0" err="1"/>
              <a:t>Add,Edit</a:t>
            </a:r>
            <a:r>
              <a:rPr lang="en-US" dirty="0"/>
              <a:t>, and Delete contacts. </a:t>
            </a:r>
            <a:endParaRPr dirty="0"/>
          </a:p>
          <a:p>
            <a:r>
              <a:rPr dirty="0"/>
              <a:t>-</a:t>
            </a:r>
            <a:r>
              <a:rPr lang="en-US" dirty="0"/>
              <a:t> Search by name, email, or phone number.</a:t>
            </a:r>
            <a:endParaRPr dirty="0"/>
          </a:p>
          <a:p>
            <a:r>
              <a:rPr dirty="0"/>
              <a:t>- </a:t>
            </a:r>
            <a:r>
              <a:rPr lang="en-US" dirty="0"/>
              <a:t>Categorize contacts (Work, Family, Friends).</a:t>
            </a:r>
            <a:endParaRPr dirty="0"/>
          </a:p>
          <a:p>
            <a:r>
              <a:rPr lang="en-US" dirty="0"/>
              <a:t>- Login/signup (Authentication).</a:t>
            </a: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EDF52379-C6F4-4FF2-AD79-6C1BE82718F9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</a:t>
            </a:r>
            <a:r>
              <a:rPr lang="en-US" dirty="0"/>
              <a:t>YSTEM ARCHITECTURE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</a:t>
            </a:r>
            <a:r>
              <a:rPr lang="en-US" dirty="0"/>
              <a:t>ron</a:t>
            </a:r>
            <a:r>
              <a:rPr dirty="0"/>
              <a:t>ten</a:t>
            </a:r>
            <a:r>
              <a:rPr lang="en-US" dirty="0"/>
              <a:t>d: HTML,CSS3, </a:t>
            </a:r>
            <a:r>
              <a:rPr lang="en-US" dirty="0" err="1"/>
              <a:t>Javascript</a:t>
            </a:r>
            <a:r>
              <a:rPr lang="en-US" dirty="0"/>
              <a:t> (</a:t>
            </a:r>
            <a:r>
              <a:rPr lang="en-US" dirty="0" err="1"/>
              <a:t>Reac</a:t>
            </a:r>
            <a:r>
              <a:rPr lang="en-US" dirty="0"/>
              <a:t>/</a:t>
            </a:r>
            <a:r>
              <a:rPr lang="en-US"/>
              <a:t>Bootstrap ).</a:t>
            </a:r>
            <a:endParaRPr dirty="0"/>
          </a:p>
          <a:p>
            <a:r>
              <a:rPr dirty="0"/>
              <a:t>Backend: </a:t>
            </a:r>
            <a:r>
              <a:rPr dirty="0" err="1"/>
              <a:t>Node.js</a:t>
            </a:r>
            <a:r>
              <a:rPr dirty="0"/>
              <a:t> </a:t>
            </a:r>
            <a:r>
              <a:rPr lang="en-US" dirty="0"/>
              <a:t>/python </a:t>
            </a:r>
            <a:endParaRPr dirty="0"/>
          </a:p>
          <a:p>
            <a:r>
              <a:rPr dirty="0"/>
              <a:t>Database: MongoDB</a:t>
            </a:r>
          </a:p>
          <a:p>
            <a:r>
              <a:rPr dirty="0"/>
              <a:t>User → </a:t>
            </a:r>
            <a:r>
              <a:rPr lang="en-US" dirty="0"/>
              <a:t>UI</a:t>
            </a:r>
            <a:r>
              <a:rPr dirty="0"/>
              <a:t> → </a:t>
            </a:r>
            <a:r>
              <a:rPr lang="en-US" dirty="0"/>
              <a:t>Server </a:t>
            </a:r>
            <a:r>
              <a:rPr dirty="0"/>
              <a:t>→ Database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A2DCE688-F951-9F91-D00C-48473A65E62F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</a:t>
            </a:r>
            <a:r>
              <a:rPr dirty="0"/>
              <a:t>I</a:t>
            </a:r>
            <a:r>
              <a:rPr lang="en-US" dirty="0"/>
              <a:t>NSTRUCTIONS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dirty="0"/>
              <a:t> Environment: Install VS Code and (Node </a:t>
            </a:r>
            <a:r>
              <a:rPr lang="en-US" dirty="0" err="1"/>
              <a:t>js</a:t>
            </a:r>
            <a:r>
              <a:rPr lang="en-US" dirty="0"/>
              <a:t>/Python/JDK).</a:t>
            </a:r>
            <a:endParaRPr dirty="0"/>
          </a:p>
          <a:p>
            <a:r>
              <a:rPr lang="en-US" dirty="0"/>
              <a:t> Database: Set up MYSQL/PostgreSQL and run the schema script.</a:t>
            </a:r>
            <a:endParaRPr dirty="0"/>
          </a:p>
          <a:p>
            <a:r>
              <a:rPr lang="en-US" dirty="0"/>
              <a:t> Configuration: Update the database credentials in the </a:t>
            </a:r>
            <a:r>
              <a:rPr lang="en-US" dirty="0" err="1"/>
              <a:t>config</a:t>
            </a:r>
            <a:r>
              <a:rPr lang="en-US" dirty="0"/>
              <a:t> file.</a:t>
            </a:r>
            <a:endParaRPr dirty="0"/>
          </a:p>
          <a:p>
            <a:r>
              <a:rPr lang="en-US" dirty="0"/>
              <a:t>Launch: Run the server command (e.g.,</a:t>
            </a:r>
            <a:r>
              <a:rPr lang="en-US" dirty="0" err="1"/>
              <a:t>npm</a:t>
            </a:r>
            <a:r>
              <a:rPr lang="en-US" dirty="0"/>
              <a:t> start or python </a:t>
            </a:r>
            <a:r>
              <a:rPr lang="en-US" dirty="0" err="1"/>
              <a:t>manage.py</a:t>
            </a:r>
            <a:r>
              <a:rPr lang="en-US" dirty="0"/>
              <a:t> </a:t>
            </a:r>
            <a:r>
              <a:rPr lang="en-US" dirty="0" err="1"/>
              <a:t>runserver</a:t>
            </a:r>
            <a:r>
              <a:rPr lang="en-US" dirty="0"/>
              <a:t>).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4D944787-8A75-94AC-A189-A176F06B59EB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STRUCTURE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lang="en-US" dirty="0"/>
              <a:t>Project Root</a:t>
            </a:r>
            <a:r>
              <a:rPr dirty="0"/>
              <a:t>/</a:t>
            </a:r>
            <a:endParaRPr lang="en-US" dirty="0"/>
          </a:p>
          <a:p>
            <a:r>
              <a:rPr lang="en-US" dirty="0"/>
              <a:t> |__ assets/ (Images &amp; Logos)</a:t>
            </a:r>
            <a:endParaRPr dirty="0"/>
          </a:p>
          <a:p>
            <a:r>
              <a:rPr dirty="0"/>
              <a:t> ├──</a:t>
            </a:r>
            <a:r>
              <a:rPr lang="en-US" dirty="0"/>
              <a:t> frontend</a:t>
            </a:r>
            <a:r>
              <a:rPr dirty="0"/>
              <a:t>/</a:t>
            </a:r>
            <a:r>
              <a:rPr lang="en-US" dirty="0"/>
              <a:t>-</a:t>
            </a:r>
            <a:r>
              <a:rPr dirty="0"/>
              <a:t> </a:t>
            </a:r>
            <a:r>
              <a:rPr lang="en-US" dirty="0"/>
              <a:t>(HTML/CSS/JS files)</a:t>
            </a:r>
            <a:endParaRPr dirty="0"/>
          </a:p>
          <a:p>
            <a:r>
              <a:rPr dirty="0"/>
              <a:t> └── </a:t>
            </a:r>
            <a:r>
              <a:rPr lang="en-US" dirty="0"/>
              <a:t>backend </a:t>
            </a:r>
            <a:r>
              <a:rPr dirty="0"/>
              <a:t>/ </a:t>
            </a:r>
            <a:r>
              <a:rPr lang="en-US" dirty="0"/>
              <a:t>- (server-side logic)</a:t>
            </a:r>
          </a:p>
          <a:p>
            <a:r>
              <a:rPr lang="en-US" dirty="0"/>
              <a:t>  |__database/- ( SQL Scripts)</a:t>
            </a:r>
          </a:p>
          <a:p>
            <a:r>
              <a:rPr lang="en-US" dirty="0"/>
              <a:t>  |__</a:t>
            </a:r>
            <a:r>
              <a:rPr lang="en-US" dirty="0" err="1"/>
              <a:t>README.md</a:t>
            </a:r>
            <a:r>
              <a:rPr lang="en-US" dirty="0"/>
              <a:t> (setup Guide)</a:t>
            </a:r>
            <a:endParaRPr dirty="0"/>
          </a:p>
          <a:p>
            <a:pPr marL="0" indent="0">
              <a:buNone/>
            </a:pP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41297147-0F60-B659-E97A-6FD1AD342575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APPLICATION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cd client → npm start</a:t>
            </a:r>
          </a:p>
          <a:p>
            <a:r>
              <a:t>Backend: cd server → npm start</a:t>
            </a:r>
          </a:p>
          <a:p>
            <a:r>
              <a:t>Access: http://localhost:3000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0A4D2DB9-F63D-FC75-1B08-38C18B64D51A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 </a:t>
            </a:r>
            <a:r>
              <a:rPr lang="en-US" dirty="0"/>
              <a:t>DOCUMENTATION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/</a:t>
            </a:r>
            <a:r>
              <a:rPr dirty="0" err="1"/>
              <a:t>api</a:t>
            </a:r>
            <a:r>
              <a:rPr dirty="0"/>
              <a:t>/user/register → </a:t>
            </a:r>
            <a:r>
              <a:rPr lang="en-US" dirty="0"/>
              <a:t> </a:t>
            </a:r>
            <a:r>
              <a:rPr dirty="0"/>
              <a:t>User </a:t>
            </a:r>
            <a:r>
              <a:rPr lang="en-US" dirty="0"/>
              <a:t>Registration </a:t>
            </a:r>
            <a:endParaRPr dirty="0"/>
          </a:p>
          <a:p>
            <a:r>
              <a:rPr dirty="0"/>
              <a:t>/</a:t>
            </a:r>
            <a:r>
              <a:rPr dirty="0" err="1"/>
              <a:t>api</a:t>
            </a:r>
            <a:r>
              <a:rPr dirty="0"/>
              <a:t>/user/login → User Login</a:t>
            </a:r>
          </a:p>
          <a:p>
            <a:r>
              <a:rPr dirty="0"/>
              <a:t>/</a:t>
            </a:r>
            <a:r>
              <a:rPr dirty="0" err="1"/>
              <a:t>api</a:t>
            </a:r>
            <a:r>
              <a:rPr dirty="0"/>
              <a:t>/</a:t>
            </a:r>
            <a:r>
              <a:rPr lang="en-US" dirty="0"/>
              <a:t>products</a:t>
            </a:r>
            <a:r>
              <a:rPr dirty="0"/>
              <a:t>/create → </a:t>
            </a:r>
            <a:r>
              <a:rPr lang="en-US" dirty="0"/>
              <a:t> </a:t>
            </a:r>
            <a:r>
              <a:rPr dirty="0"/>
              <a:t>Add </a:t>
            </a:r>
            <a:r>
              <a:rPr lang="en-US" dirty="0"/>
              <a:t>product </a:t>
            </a:r>
            <a:endParaRPr dirty="0"/>
          </a:p>
          <a:p>
            <a:r>
              <a:rPr dirty="0"/>
              <a:t>/</a:t>
            </a:r>
            <a:r>
              <a:rPr dirty="0" err="1"/>
              <a:t>api</a:t>
            </a:r>
            <a:r>
              <a:rPr dirty="0"/>
              <a:t>/</a:t>
            </a:r>
            <a:r>
              <a:rPr lang="en-US" dirty="0"/>
              <a:t>products</a:t>
            </a:r>
            <a:r>
              <a:rPr dirty="0"/>
              <a:t>/list → </a:t>
            </a:r>
            <a:r>
              <a:rPr lang="en-US" dirty="0"/>
              <a:t>View products </a:t>
            </a:r>
            <a:endParaRPr dirty="0"/>
          </a:p>
          <a:p>
            <a:r>
              <a:rPr dirty="0"/>
              <a:t>/</a:t>
            </a:r>
            <a:r>
              <a:rPr dirty="0" err="1"/>
              <a:t>api</a:t>
            </a:r>
            <a:r>
              <a:rPr dirty="0"/>
              <a:t>/</a:t>
            </a:r>
            <a:r>
              <a:rPr lang="en-US" dirty="0"/>
              <a:t>inventory</a:t>
            </a:r>
            <a:r>
              <a:rPr dirty="0"/>
              <a:t>/</a:t>
            </a:r>
            <a:r>
              <a:rPr lang="en-US" dirty="0"/>
              <a:t>alerts </a:t>
            </a:r>
            <a:r>
              <a:rPr dirty="0"/>
              <a:t>→ </a:t>
            </a:r>
            <a:r>
              <a:rPr lang="en-US" dirty="0"/>
              <a:t>Stock Alerts </a:t>
            </a: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1EC6427F-B905-6985-2FB6-EE36BE8BE502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</a:t>
            </a:r>
            <a:r>
              <a:rPr lang="en-US" dirty="0"/>
              <a:t>UTHENTIATION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 JWT based login system </a:t>
            </a:r>
            <a:endParaRPr dirty="0"/>
          </a:p>
          <a:p>
            <a:r>
              <a:rPr dirty="0"/>
              <a:t>Middleware for</a:t>
            </a:r>
            <a:r>
              <a:rPr lang="en-US" dirty="0"/>
              <a:t> private routes</a:t>
            </a:r>
            <a:endParaRPr dirty="0"/>
          </a:p>
          <a:p>
            <a:r>
              <a:rPr dirty="0"/>
              <a:t>Secure data access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0C90A528-E686-8919-67BA-417FE3457478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</a:t>
            </a:r>
            <a:r>
              <a:rPr dirty="0"/>
              <a:t>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Landing Page</a:t>
            </a:r>
            <a:r>
              <a:rPr lang="en-US" dirty="0"/>
              <a:t> Admin</a:t>
            </a:r>
            <a:endParaRPr dirty="0"/>
          </a:p>
          <a:p>
            <a:r>
              <a:rPr lang="en-US" dirty="0"/>
              <a:t>Dashboard inventory  </a:t>
            </a:r>
          </a:p>
          <a:p>
            <a:r>
              <a:rPr lang="en-US" dirty="0"/>
              <a:t> page Report &amp; analytics (add screenshot here) </a:t>
            </a: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FB302AD-824D-8225-BF7B-ED44CE485FBA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</a:t>
            </a:r>
            <a:r>
              <a:rPr lang="en-US" dirty="0"/>
              <a:t>ESTING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 Manual testing during milestones </a:t>
            </a:r>
          </a:p>
          <a:p>
            <a:r>
              <a:rPr lang="en-US" dirty="0"/>
              <a:t> unite testing: verified that the “Email Validator” works correctly </a:t>
            </a:r>
          </a:p>
          <a:p>
            <a:r>
              <a:rPr lang="en-US" dirty="0"/>
              <a:t> Tools: app to </a:t>
            </a:r>
            <a:r>
              <a:rPr lang="en-US"/>
              <a:t>direct access to need </a:t>
            </a: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13BB1C7E-EB13-F881-A56A-624DACACD7B6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</a:t>
            </a:r>
            <a:r>
              <a:rPr lang="en-US" dirty="0"/>
              <a:t>NOWN ISSUES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Sometimes else for bug</a:t>
            </a:r>
          </a:p>
          <a:p>
            <a:r>
              <a:rPr lang="en-US" dirty="0"/>
              <a:t> Huge data saving or created issues</a:t>
            </a:r>
          </a:p>
          <a:p>
            <a:pPr marL="0" indent="0">
              <a:buNone/>
            </a:pPr>
            <a:r>
              <a:rPr lang="en-US"/>
              <a:t> 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5655B33E-C022-DD60-4013-4F0C83B81F5C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</a:t>
            </a:r>
            <a:r>
              <a:rPr lang="en-US" dirty="0"/>
              <a:t>UTURE ENHANCEMENTS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lang="en-US" dirty="0"/>
              <a:t> Integration with </a:t>
            </a:r>
            <a:r>
              <a:rPr lang="en-US" dirty="0" err="1"/>
              <a:t>whatsapp</a:t>
            </a:r>
            <a:r>
              <a:rPr lang="en-US" dirty="0"/>
              <a:t> API for direct messaging </a:t>
            </a:r>
          </a:p>
          <a:p>
            <a:r>
              <a:rPr lang="en-US" dirty="0"/>
              <a:t> AI Features: Auto-detect and merge duplicate contacts.</a:t>
            </a:r>
            <a:endParaRPr dirty="0"/>
          </a:p>
          <a:p>
            <a:r>
              <a:rPr lang="en-US" dirty="0"/>
              <a:t> Cloud Sync: Direct backup to Google Drive or iCloud. </a:t>
            </a: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6E639A1B-E117-2386-EFB2-87DDA17DF4C7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Questions?</a:t>
            </a:r>
          </a:p>
          <a:p>
            <a:r>
              <a:rPr dirty="0"/>
              <a:t>Contact:</a:t>
            </a:r>
            <a:r>
              <a:rPr lang="en-US" dirty="0"/>
              <a:t>[TEAM LEADER:A.MAGESH </a:t>
            </a:r>
          </a:p>
          <a:p>
            <a:r>
              <a:rPr lang="en-US" dirty="0"/>
              <a:t>                  jayanthiannadurai17@gmail.com]</a:t>
            </a:r>
            <a:endParaRPr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09D5EAC0-6061-C71B-569C-467C1642D613}"/>
              </a:ext>
            </a:extLst>
          </p:cNvPr>
          <p:cNvSpPr/>
          <p:nvPr/>
        </p:nvSpPr>
        <p:spPr>
          <a:xfrm>
            <a:off x="-739410" y="-511707"/>
            <a:ext cx="10571668" cy="788141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748497-A12D-CD22-018E-81843DF64FFB}"/>
              </a:ext>
            </a:extLst>
          </p:cNvPr>
          <p:cNvCxnSpPr>
            <a:cxnSpLocks/>
          </p:cNvCxnSpPr>
          <p:nvPr/>
        </p:nvCxnSpPr>
        <p:spPr>
          <a:xfrm>
            <a:off x="1922926" y="5805714"/>
            <a:ext cx="5243503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INTRODUCTION </vt:lpstr>
      <vt:lpstr>PROJECT OVERVIEW </vt:lpstr>
      <vt:lpstr>SYSTEM ARCHITECTURE </vt:lpstr>
      <vt:lpstr>SETUP INSTRUCTIONS </vt:lpstr>
      <vt:lpstr>FOLDER STRUCTURE </vt:lpstr>
      <vt:lpstr>RUNNING THE APPLICATION </vt:lpstr>
      <vt:lpstr>API DOCUMENTATION </vt:lpstr>
      <vt:lpstr>AUTHENTIATION </vt:lpstr>
      <vt:lpstr>USER INTERFACE (UI)</vt:lpstr>
      <vt:lpstr>TESTING </vt:lpstr>
      <vt:lpstr>KNOWN ISSUES </vt:lpstr>
      <vt:lpstr>FUTURE ENHANCEMENTS 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 MANAGER:Keep Track Of Inventory </dc:title>
  <dc:subject/>
  <dc:creator/>
  <cp:keywords/>
  <dc:description>generated using python-pptx</dc:description>
  <cp:lastModifiedBy>UDHAYASRI S</cp:lastModifiedBy>
  <cp:revision>28</cp:revision>
  <dcterms:created xsi:type="dcterms:W3CDTF">2013-01-27T09:14:16Z</dcterms:created>
  <dcterms:modified xsi:type="dcterms:W3CDTF">2026-03-07T14:16:44Z</dcterms:modified>
  <cp:category/>
</cp:coreProperties>
</file>